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Stories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Sprint 1
Live Data</c:v>
                  </c:pt>
                  <c:pt idx="1">
                    <c:v>Sprint 2
Smart Agents</c:v>
                  </c:pt>
                  <c:pt idx="2">
                    <c:v>Sprint 3
Cross-Cloud</c:v>
                  </c:pt>
                  <c:pt idx="3">
                    <c:v>Sprint 4
SRE</c:v>
                  </c:pt>
                  <c:pt idx="4">
                    <c:v>Sprint 5
Magic Demo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8</c:v>
                </c:pt>
                <c:pt idx="2">
                  <c:v>7</c:v>
                </c:pt>
                <c:pt idx="3">
                  <c:v>7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MVT OBSERVATORY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Vulnerability Trilogy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FinTech Platform for Real-Time Macro-Economic Risk Monitoring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26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Release  |  March 2026  |  51 Stories  |  AWS + GCP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25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97480" y="11887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97480" y="1325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4+1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697480" y="2057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325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11887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95160" y="1325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995160" y="2057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154680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063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push to all connected browsers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611880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5204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Cross-cloud relay: AWS EventBridge to GCP Pub/Sub to BigQuery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069080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977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SDLC agents via Claude API + Telegram bot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526280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4348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Observatory with cost tracking, health scoring, anomaly alerts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Multi-Cloud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5303520" cy="3566160"/>
          </a:xfrm>
          <a:prstGeom prst="rect">
            <a:avLst/>
          </a:prstGeom>
          <a:solidFill>
            <a:srgbClr val="0F2340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(us-east-1)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Ingestion Lambdas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01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FRED, Finnhub, Yahoo, WorldBank, GDELT, Trends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Processing Lambdas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Inequality, Contagion, Composite, Router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797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SRE Lambdas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Health, Anomaly, Perf, Capacity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3467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DynamoDB Tables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60273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signals, dashboard-state, connections, history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913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API + CloudFront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696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 + CDN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097280"/>
            <a:ext cx="2926080" cy="3566160"/>
          </a:xfrm>
          <a:prstGeom prst="rect">
            <a:avLst/>
          </a:prstGeom>
          <a:solidFill>
            <a:srgbClr val="0F23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(mvt-observer)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Pub/Sub Topics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Cloud Functions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Analytics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Sync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0" y="2926080"/>
            <a:ext cx="27432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2606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5-Tab KPI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7315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" y="1097280"/>
            <a:ext cx="7973568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Index, Trigger Probability, Contagion Risk, VIX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pollers (composite)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7315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874520"/>
            <a:ext cx="7973568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Inequality Pulse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YoY, Fed Rate, 10Y Treasury, M2 Supply, Unemployment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73152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2651760"/>
            <a:ext cx="7973568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Seismic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971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Sentiment, VIX, SPY, QQQ, 11 Sector Scores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Finnhub + Yahoo Finance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7315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3429000"/>
            <a:ext cx="7973568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Sovereign Dominoes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at Risk, Cascade Probability, Risk Rankings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7315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" y="4206240"/>
            <a:ext cx="7973568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SRE Observatory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Score, Daily Cost, Error Rate, P50/P90/P99, Capacity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Metrics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Data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1463040" cy="2011680"/>
          </a:xfrm>
          <a:prstGeom prst="rect">
            <a:avLst/>
          </a:prstGeom>
          <a:solidFill>
            <a:srgbClr val="0F2340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17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Pollers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FRED, Finnhub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Yahoo, WorldBank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GDELT, Trends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83080" y="2286000"/>
            <a:ext cx="5486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1280160"/>
            <a:ext cx="1463040" cy="2011680"/>
          </a:xfrm>
          <a:prstGeom prst="rect">
            <a:avLst/>
          </a:prstGeom>
          <a:solidFill>
            <a:srgbClr val="0F2340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417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DynamoDB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1488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precision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TTL-enabled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11880" y="2286000"/>
            <a:ext cx="5486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1280160"/>
            <a:ext cx="1463040" cy="2011680"/>
          </a:xfrm>
          <a:prstGeom prst="rect">
            <a:avLst/>
          </a:prstGeom>
          <a:solidFill>
            <a:srgbClr val="0F2340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417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Processing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Lambdas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21488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Inequality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Contagion, Composite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2286000"/>
            <a:ext cx="5486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1280160"/>
            <a:ext cx="1463040" cy="2011680"/>
          </a:xfrm>
          <a:prstGeom prst="rect">
            <a:avLst/>
          </a:prstGeom>
          <a:solidFill>
            <a:srgbClr val="0F2340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417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21488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Streams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ws-broadcast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69480" y="2286000"/>
            <a:ext cx="5486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1280160"/>
            <a:ext cx="1463040" cy="2011680"/>
          </a:xfrm>
          <a:prstGeom prst="rect">
            <a:avLst/>
          </a:prstGeom>
          <a:solidFill>
            <a:srgbClr val="0F23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1417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21488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 latency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657600"/>
            <a:ext cx="8595360" cy="1097280"/>
          </a:xfrm>
          <a:prstGeom prst="rect">
            <a:avLst/>
          </a:prstGeom>
          <a:solidFill>
            <a:srgbClr val="0F23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Cross-Cloud Path:  Event Relay Lambda  →  GCP Pub/Sub  →  Cloud Functions  →  BigQuery + Firestore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and alert replicated to GCP for redundancy and historical analytics. Dead-letter queues on all 3 topics.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SRE Observatory (Tab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Score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composite: Lambda 30%, DynamoDB 25%, Freshness 25%, WebSocket 10%, CDN 10%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54864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Tracking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Per-function Lambda cost estimation with category breakdown (ingestion, processing, realtime, SRE)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37744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monitoring: cost threshold ($5/day), error rate (5%), DDB throttles, Lambda concurrency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377440"/>
            <a:ext cx="54864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Baselines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2834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P50/P90/P99 per function with outlier flagging (P99 &gt; 3x P50)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657600"/>
            <a:ext cx="54864" cy="10972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Planning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114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capacity utilization, Lambda concurrency meters, cost projections with 15% growth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65760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 Alerts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4114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alerts via Telegram bot with 1-hour deduplication cooldown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SDLC Agents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926080" y="1097280"/>
            <a:ext cx="3291840" cy="731520"/>
          </a:xfrm>
          <a:prstGeom prst="rect">
            <a:avLst/>
          </a:prstGeom>
          <a:solidFill>
            <a:srgbClr val="0F2340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43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 (900+ lines)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0" y="182880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86000"/>
            <a:ext cx="1920240" cy="1188720"/>
          </a:xfrm>
          <a:prstGeom prst="rect">
            <a:avLst/>
          </a:prstGeom>
          <a:solidFill>
            <a:srgbClr val="0F2340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creation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2286000"/>
            <a:ext cx="1920240" cy="1188720"/>
          </a:xfrm>
          <a:prstGeom prst="rect">
            <a:avLst/>
          </a:prstGeom>
          <a:solidFill>
            <a:srgbClr val="0F2340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82880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2286000"/>
            <a:ext cx="1920240" cy="1188720"/>
          </a:xfrm>
          <a:prstGeom prst="rect">
            <a:avLst/>
          </a:prstGeom>
          <a:solidFill>
            <a:srgbClr val="0F2340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deploy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logic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82880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2286000"/>
            <a:ext cx="1920240" cy="1188720"/>
          </a:xfrm>
          <a:prstGeom prst="rect">
            <a:avLst/>
          </a:prstGeom>
          <a:solidFill>
            <a:srgbClr val="0F2340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Docs 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pages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0F23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 Bot Commands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/kickoff_sprint  |  /sprint_status  |  /approve_release  |  /sprint_report  |  /brainstorm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powered by Claude API — natural language sprint planning, code reviews, and deployment approvals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Delivery Progress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18872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035040" y="1234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949440" y="1280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Stories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210312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949440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0" y="301752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35040" y="3063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94944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43600" y="393192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0" y="3977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94944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Quality Assurance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0F2340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139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92024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2024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tests for all Lambda handlers, agents, orchestrator, Telegram bot, SRE functions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0F2340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92024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Smoke Tests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validation: dashboard HTML, external APIs, DynamoDB, Lambda existence, codebase integrity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0F2340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490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920240" y="3794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Tests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2024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Cross-service tests requiring AWS credentials: DynamoDB reads/writes, Lambda invocations, WebSocket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Constraint: All DynamoDB numeric values use Decimal(str(value)) — never Python float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0F23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887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6: Predictive Analytics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distress prediction models, backtesting engine, confidence intervals on KPIs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8046720" cy="1005840"/>
          </a:xfrm>
          <a:prstGeom prst="rect">
            <a:avLst/>
          </a:prstGeom>
          <a:solidFill>
            <a:srgbClr val="0F23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774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7: Multi-Tenant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authentication, custom alert thresholds, personalized watchlists, role-based access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0F23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661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8: Mobile &amp; Reporting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app, scheduled PDF reports, executive summary emails, Slack integration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26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 Observatory  |  https://d2p9otbgwjwwuv.cloudfront.net  |  github.com/vishalbk/mvt-trilogy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MVT Observatory — Macro Vulnerability Trilogy</dc:title>
  <dc:subject>PptxGenJS Presentation</dc:subject>
  <dc:creator>MVT Observatory Team</dc:creator>
  <cp:lastModifiedBy>MVT Observatory Team</cp:lastModifiedBy>
  <cp:revision>1</cp:revision>
  <dcterms:created xsi:type="dcterms:W3CDTF">2026-03-20T17:28:09Z</dcterms:created>
  <dcterms:modified xsi:type="dcterms:W3CDTF">2026-03-20T17:28:09Z</dcterms:modified>
</cp:coreProperties>
</file>